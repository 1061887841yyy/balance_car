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33121bfae7464f" /><Relationship Type="http://schemas.openxmlformats.org/officeDocument/2006/relationships/extended-properties" Target="/docProps/app.xml" Id="Rb9ee840676ca4775" /><Relationship Type="http://schemas.openxmlformats.org/officeDocument/2006/relationships/officeDocument" Target="/ppt/presentation.xml" Id="R3aba24af623148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736e879418450f"/>
  </p:sldMasterIdLst>
  <p:notesMasterIdLst>
    <p:notesMasterId xmlns:r="http://schemas.openxmlformats.org/officeDocument/2006/relationships" r:id="R24268fea4fc940ad"/>
  </p:notesMasterIdLst>
  <p:sldIdLst>
    <p:sldId xmlns:r="http://schemas.openxmlformats.org/officeDocument/2006/relationships" id="256" r:id="Rf94b55622b614af8"/>
    <p:sldId xmlns:r="http://schemas.openxmlformats.org/officeDocument/2006/relationships" id="257" r:id="Rde88d2f975b94b3d"/>
    <p:sldId xmlns:r="http://schemas.openxmlformats.org/officeDocument/2006/relationships" id="258" r:id="Rb69eb35c13074b8a"/>
    <p:sldId xmlns:r="http://schemas.openxmlformats.org/officeDocument/2006/relationships" id="259" r:id="R2c5b976f14874017"/>
    <p:sldId xmlns:r="http://schemas.openxmlformats.org/officeDocument/2006/relationships" id="260" r:id="R1c331d28d1c14f88"/>
    <p:sldId xmlns:r="http://schemas.openxmlformats.org/officeDocument/2006/relationships" id="261" r:id="Rb4f74eb907674af9"/>
    <p:sldId xmlns:r="http://schemas.openxmlformats.org/officeDocument/2006/relationships" id="262" r:id="R1bddb076e89b4b24"/>
    <p:sldId xmlns:r="http://schemas.openxmlformats.org/officeDocument/2006/relationships" id="263" r:id="Rf0237010b5594e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97c672efbb4e94" /><Relationship Type="http://schemas.openxmlformats.org/officeDocument/2006/relationships/slideMaster" Target="/ppt/slideMasters/slideMaster1.xml" Id="Ra3736e879418450f" /><Relationship Type="http://schemas.openxmlformats.org/officeDocument/2006/relationships/notesMaster" Target="/ppt/notesMasters/notesMaster1.xml" Id="R24268fea4fc940ad" /><Relationship Type="http://schemas.openxmlformats.org/officeDocument/2006/relationships/presProps" Target="/ppt/presProps.xml" Id="Rca9e1a4736144383" /><Relationship Type="http://schemas.openxmlformats.org/officeDocument/2006/relationships/tableStyles" Target="/ppt/tableStyles.xml" Id="Rc439124cd95b4b33" /><Relationship Type="http://schemas.openxmlformats.org/officeDocument/2006/relationships/slide" Target="/ppt/slides/slide1.xml" Id="Rf94b55622b614af8" /><Relationship Type="http://schemas.openxmlformats.org/officeDocument/2006/relationships/slide" Target="/ppt/slides/slide2.xml" Id="Rde88d2f975b94b3d" /><Relationship Type="http://schemas.openxmlformats.org/officeDocument/2006/relationships/slide" Target="/ppt/slides/slide3.xml" Id="Rb69eb35c13074b8a" /><Relationship Type="http://schemas.openxmlformats.org/officeDocument/2006/relationships/slide" Target="/ppt/slides/slide4.xml" Id="R2c5b976f14874017" /><Relationship Type="http://schemas.openxmlformats.org/officeDocument/2006/relationships/slide" Target="/ppt/slides/slide5.xml" Id="R1c331d28d1c14f88" /><Relationship Type="http://schemas.openxmlformats.org/officeDocument/2006/relationships/slide" Target="/ppt/slides/slide6.xml" Id="Rb4f74eb907674af9" /><Relationship Type="http://schemas.openxmlformats.org/officeDocument/2006/relationships/slide" Target="/ppt/slides/slide7.xml" Id="R1bddb076e89b4b24" /><Relationship Type="http://schemas.openxmlformats.org/officeDocument/2006/relationships/slide" Target="/ppt/slides/slide8.xml" Id="Rf0237010b5594e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22a90d8b8944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804a32a90f46ce" /><Relationship Type="http://schemas.openxmlformats.org/officeDocument/2006/relationships/notesMaster" Target="/ppt/notesMasters/notesMaster1.xml" Id="R4ddef741248040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81f03d3b4b4b9b" /><Relationship Type="http://schemas.openxmlformats.org/officeDocument/2006/relationships/notesMaster" Target="/ppt/notesMasters/notesMaster1.xml" Id="R6c2a0d94108e49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dd1cc90d9c4d94" /><Relationship Type="http://schemas.openxmlformats.org/officeDocument/2006/relationships/notesMaster" Target="/ppt/notesMasters/notesMaster1.xml" Id="Rb61360085bd349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56c26ca94545bd" /><Relationship Type="http://schemas.openxmlformats.org/officeDocument/2006/relationships/notesMaster" Target="/ppt/notesMasters/notesMaster1.xml" Id="Rafc30e62c17746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040d8612c143e0" /><Relationship Type="http://schemas.openxmlformats.org/officeDocument/2006/relationships/notesMaster" Target="/ppt/notesMasters/notesMaster1.xml" Id="Redb7fe4796f946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fe29ec879447dd" /><Relationship Type="http://schemas.openxmlformats.org/officeDocument/2006/relationships/notesMaster" Target="/ppt/notesMasters/notesMaster1.xml" Id="R005433cee77c4f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6eb013e2674b83" /><Relationship Type="http://schemas.openxmlformats.org/officeDocument/2006/relationships/notesMaster" Target="/ppt/notesMasters/notesMaster1.xml" Id="R7527e22a686440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b6496f817d4afc" /><Relationship Type="http://schemas.openxmlformats.org/officeDocument/2006/relationships/notesMaster" Target="/ppt/notesMasters/notesMaster1.xml" Id="Rd20f0fb60a73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a99a907d742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1c4ef6b37345d3" /><Relationship Type="http://schemas.openxmlformats.org/officeDocument/2006/relationships/slideLayout" Target="/ppt/slideLayouts/slideLayout1.xml" Id="R854942ecc2a04a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4942ecc2a04a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8bd7e35d44b4c" /><Relationship Type="http://schemas.openxmlformats.org/officeDocument/2006/relationships/notesSlide" Target="/ppt/notesSlides/notesSlide1.xml" Id="R17bc5223cec940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c117afb574a17" /><Relationship Type="http://schemas.openxmlformats.org/officeDocument/2006/relationships/notesSlide" Target="/ppt/notesSlides/notesSlide2.xml" Id="R042031865cd549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e7f3dc5184904" /><Relationship Type="http://schemas.openxmlformats.org/officeDocument/2006/relationships/notesSlide" Target="/ppt/notesSlides/notesSlide3.xml" Id="R970ec9a4d0f044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f5d907af94993" /><Relationship Type="http://schemas.openxmlformats.org/officeDocument/2006/relationships/notesSlide" Target="/ppt/notesSlides/notesSlide4.xml" Id="R36cbf0f852844e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acb98f3914e80" /><Relationship Type="http://schemas.openxmlformats.org/officeDocument/2006/relationships/notesSlide" Target="/ppt/notesSlides/notesSlide5.xml" Id="R1e191cf88a6149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b314f55f14d8c" /><Relationship Type="http://schemas.openxmlformats.org/officeDocument/2006/relationships/notesSlide" Target="/ppt/notesSlides/notesSlide6.xml" Id="R049ebe65370e45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5bea39ecf4b64" /><Relationship Type="http://schemas.openxmlformats.org/officeDocument/2006/relationships/notesSlide" Target="/ppt/notesSlides/notesSlide7.xml" Id="R2279e257936c43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ef1b8cb5e4cd5" /><Relationship Type="http://schemas.openxmlformats.org/officeDocument/2006/relationships/notesSlide" Target="/ppt/notesSlides/notesSlide8.xml" Id="Raaee5c20c3474c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DF4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0DF4E8-E142-4C6C-A3D6-3360DBA9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7630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33"/>
                </a:solidFill>
              </a:defRPr>
            </a:pPr>
            <a:r>
              <a:rPr sz="3750" b="1">
                <a:solidFill>
                  <a:srgbClr val="172033"/>
                </a:solidFill>
              </a:rPr>
              <a:t>基于 STM32F103C8T6 的</a:t>
            </a:r>
          </a:p>
          <a:p xmlns:a="http://schemas.openxmlformats.org/drawingml/2006/main">
            <a:pPr algn="l">
              <a:defRPr sz="3750" b="1">
                <a:solidFill>
                  <a:srgbClr val="172033"/>
                </a:solidFill>
              </a:defRPr>
            </a:pPr>
            <a:r>
              <a:rPr sz="3750" b="1">
                <a:solidFill>
                  <a:srgbClr val="172033"/>
                </a:solidFill>
              </a:rPr>
              <a:t>多传感器自平衡小车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E47E6-125B-4EC1-AF5F-FCB074FA1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5B9A"/>
                </a:solidFill>
              </a:defRPr>
            </a:pPr>
            <a:r>
              <a:rPr sz="1800" b="1">
                <a:solidFill>
                  <a:srgbClr val="1E5B9A"/>
                </a:solidFill>
              </a:rPr>
              <a:t>《传感与测量技术》Z1期末项目简报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018AE-EFBE-463A-8803-2A3E0E3F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475"/>
                </a:solidFill>
              </a:defRPr>
            </a:pPr>
            <a:r>
              <a:rPr sz="1425" b="0">
                <a:solidFill>
                  <a:srgbClr val="5A6475"/>
                </a:solidFill>
              </a:rPr>
              <a:t>姿态测量 · 速度反馈 · 温湿度采集 · 压力/重量估算 · OLED现场显示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39F2B-E24C-425B-AA15-8832F8B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14400"/>
            <a:ext cx="3048000" cy="4000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88245-FD87-43B3-A2B7-3DAC8554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项目核心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E9799-BD0D-41DA-98AE-B94250BD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02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67AD42-33EB-41AC-A58B-B67638FA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955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MPU6050 姿态采样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C6525-1395-4F66-8400-D2E6FB0F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C69015-5D2A-4268-A04D-DE60E255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670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双编码器测速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C89318-F108-40EC-8146-A4055A37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0412A-1BB1-4560-8E11-2F2E782C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DHT11 + FSR402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1601E2-0543-4C2F-AC9C-97575A54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286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0E6A1-CD7D-4F3C-AACE-9D7C603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10000"/>
            <a:ext cx="2019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SSD1306 OLED显示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D31C3-D98E-4B2D-B968-E2BA1AAB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5"/>
                </a:solidFill>
              </a:defRPr>
            </a:pPr>
            <a:r>
              <a:rPr sz="1500" b="0">
                <a:solidFill>
                  <a:srgbClr val="5A6475"/>
                </a:solidFill>
              </a:rPr>
              <a:t>第XX组</a:t>
            </a:r>
          </a:p>
        </p:txBody>
      </p:sp>
    </p:spTree>
    <p:extLst>
      <p:ext uri="{BB962C8B-B14F-4D97-AF65-F5344CB8AC3E}">
        <p14:creationId xmlns:p14="http://schemas.microsoft.com/office/powerpoint/2010/main" val="2387871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C9A4B5-CAC5-4F11-A0A0-B01B05F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制作动机与项目目标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658D5-1D97-43B2-91A7-3E31B638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从单一传感器实验走向完整的测量与控制系统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5E629-77B3-41C3-B76E-609E3129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E9879-16E2-4C72-A823-C2531C72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C8B3A-B264-4D1D-A68D-33AE3365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37771-54AB-4155-B5CD-5CE3C061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为什么选择自平衡小车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8209F-FBD8-43C7-81E8-CC71C61E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47168-EC7A-49B4-943E-87101AA1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两轮结构天然不稳定，能体现实时测量的重要性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D0BA1-705F-4CFB-95BF-64D8ECF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74EB7-9054-4E63-8382-AF305EB5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需要姿态、速度、压力、温湿度等多源数据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94697F-2EC2-49A6-A3EC-A5CF63E1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D2B92-DC25-47D9-87F0-B53B04EE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覆盖传感器选型、采样、滤波、校准和显示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D14CD-9FAD-423C-9ABA-0A48C6D6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60C4A-5DE8-46A3-B972-DCC94265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3136D-8334-480D-AFBE-A4E24D13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907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项目实现目标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28DD8-59D9-47F3-B07A-201D22F1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71B70-F4AC-4531-A779-62220C40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完成自平衡控制基础框架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C789F-093D-4658-A57F-37DDA24B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2B7C1C-F84D-458D-85A1-A75FF57C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3842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通过OLED显示温湿度和重量估算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101F3-9555-4ACC-ABB1-EE4A4401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BE8E6-9BA5-490D-9A42-FC3275A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用Ozone实时观察关键变量并在线调参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C3730-86F1-49C1-98E8-EB486BF2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238500" cy="3619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B8BF8-352D-4C91-834F-C2A19283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762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C72F0-6B88-4747-A343-9488B203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90700"/>
            <a:ext cx="2838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课程知识对应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8D3AC0-9F8D-41BD-869E-E1890069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BDC3E7-8B9E-4C6C-91AC-EF2400F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0980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惯性测量：角度与角速度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E0EE7-B561-49E4-846D-E9283560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B8670-41C6-46A4-AEED-0AB9B81F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38425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力学测量：压力与重量估算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A3051B-03C9-4A46-992D-D16199BA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7D49DA-277B-455D-A047-AA705BC6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7050"/>
            <a:ext cx="2647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数字/模拟接口：I2C、GPIO、ADC、TIM</a:t>
            </a:r>
          </a:p>
        </p:txBody>
      </p:sp>
    </p:spTree>
    <p:extLst>
      <p:ext uri="{BB962C8B-B14F-4D97-AF65-F5344CB8AC3E}">
        <p14:creationId xmlns:p14="http://schemas.microsoft.com/office/powerpoint/2010/main" val="4522616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E0840-AF24-40F2-A8D4-6725A5CD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硬件组成与接口分配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C0DF9-31E3-4962-91E0-F75027E0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各模块分工明确，避免关键总线冲突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969DD-1C96-498A-A6B1-5B254BD9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86F9D-16CB-4682-9A24-F9423B4A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6C770-8717-47E8-8386-A22EA04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STM32F103C8T6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19F6F-306D-4228-A712-ED729B67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00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主控与控制算法运行平台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98E80-1056-4805-8099-AAE33940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0FB50-C3D2-4F01-8E1B-CC4C519E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MPU6050 / PB8 PB9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4467E-C52B-4B64-8BA7-42C86CBA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I2C1 姿态采样，地址 0x68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75967-BCD3-42C4-AA85-92D6CA3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5C11B-AA78-473F-A1D5-104B1AA5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OLED / PB10 PB11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D2D0A-0B6F-4263-A4E1-C677BA1E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337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I2C2 显示温湿度、重量和ADC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005AE-7B8F-487A-8599-7800301D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70B969-51A0-4CB5-BDC1-CBA18709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DHT11 / PC14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70F86-1E1A-4C3A-8DD3-BC1DDA7B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04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单总线温湿度采集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B68E3-A960-4169-87AC-2C100344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837C54-EDA8-4EB3-9C70-F795FBD4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FSR402+RFP602 / PA2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6328A-21D5-43D6-9656-14D68517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ADC1_IN2 采集压力模拟电压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8E0C74-A003-4BE7-BCB4-F0258A3F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3048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18824-D8D8-4D4A-8EF9-859A2D42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TB6612 + 编码器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532EF-AAF6-423E-AACE-907A4FA8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339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电机驱动与左右轮速度反馈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EF1F0-794F-4AF4-BC35-78B33115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475"/>
                </a:solidFill>
              </a:defRPr>
            </a:pPr>
            <a:r>
              <a:rPr sz="1425" b="0">
                <a:solidFill>
                  <a:srgbClr val="5A6475"/>
                </a:solidFill>
              </a:rPr>
              <a:t>设计要点：OLED 改用 I2C2，避免与 MPU6050 的 I2C1 PB8/PB9 引脚冲突。</a:t>
            </a:r>
          </a:p>
        </p:txBody>
      </p:sp>
    </p:spTree>
    <p:extLst>
      <p:ext uri="{BB962C8B-B14F-4D97-AF65-F5344CB8AC3E}">
        <p14:creationId xmlns:p14="http://schemas.microsoft.com/office/powerpoint/2010/main" val="6613346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F17A0-3E3C-4C95-91EE-3199443E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软件结构设计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E344F-4882-48DF-85F5-D6E4D967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按驱动层、控制层、显示层分离，便于调试与维护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2CBE6-9C63-4EFB-B579-A5BF5CB1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D506A-7380-4BA2-9208-30866BEF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43A5F-3314-4215-965A-17046E8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773F5-E331-4587-AE52-1B2C0874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907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底层驱动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5730F-6449-4DBC-B8FF-5688FA02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A676E-C3DE-4CB9-94BB-182011A6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mpu6050_hal：读取加速度与陀螺仪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9D3535-AD5D-415C-9451-EA140225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5A409-0515-4516-8D80-07CB720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384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encoder_hal：TIM1/TIM2 编码器测速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65E1A-1E17-484A-B853-F2B998F5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A52F7-DA26-4A3C-9FF9-DD764E3B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motor_tb6612：方向与PWM输出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EDD12-DB5B-4961-9CBF-5A09A3E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F5195-93D5-43FF-ADAD-E439A24C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9567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dht11 / fsr_adc / oled_ssd1306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81731D-A141-42B4-9577-FAFDA013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EC3A4-46EE-41ED-B61A-AD5117E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7FDC29-67C7-4789-945A-17254223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907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控制核心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6C8CC-7607-41FA-B6A7-DE228954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B98CC-E482-4CDE-B593-417C671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098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balance_control：10ms角度环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14984E-97B7-4815-8D37-F8B80BE5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A7A7A-8F06-4212-B16A-77144A8B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384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50ms速度环与转向环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A7077F-65FD-4383-A728-012B7DF2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DB3319-AB01-4EAC-A8A0-3D4FE6D3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670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PID带积分限幅、微分先行、死区补偿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7A699-8E6D-4840-8DC8-4896F8C3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67CA21-2A49-44BF-9E71-7E09D97E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9567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跌倒保护与停机逻辑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76D49B-5029-438A-B1BF-D1A5ED1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143250" cy="3429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32A7D5-9930-42F7-A2F7-3565C000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762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C787B6-BBB2-4A70-9E4A-EF4A9AF5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调试与显示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911D20-76A2-4A05-93E9-0C501BC0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595B65-BDAA-4E2C-AD55-E79EA49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g_balance_debug：启停、目标和校准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B892E0-CFB4-4B46-94C3-909255B3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63EEFF-349E-4EA8-A9E0-A2A6D184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842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g_balance_state：角度、速度、PWM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BB12EF-D0B5-4EB9-98D7-B9536C1E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742981-E62C-414C-8047-B43E4F8A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g_sensor_state：温湿度、ADC、OLED状态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8AF60A-3E00-424F-8927-34F23419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571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A2AE0-277B-4F26-81C6-947A1311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95675"/>
            <a:ext cx="255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display_ui：OLED分页刷新</a:t>
            </a:r>
          </a:p>
        </p:txBody>
      </p:sp>
    </p:spTree>
    <p:extLst>
      <p:ext uri="{BB962C8B-B14F-4D97-AF65-F5344CB8AC3E}">
        <p14:creationId xmlns:p14="http://schemas.microsoft.com/office/powerpoint/2010/main" val="11671091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1172F8-E9FF-43E7-A7A7-AF3C669E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平衡控制与测量链路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FEBE1-62FF-4284-8370-D5B3B8C2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互补滤波 + 串级PID控制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9956A-C136-4FB6-BD95-B915B9D4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C99B2-41DB-4C34-897A-BC149982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5C18A-C8B9-430C-A5C8-7B6C849E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F52C3-1641-4603-90C0-2E46E6C9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81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MPU6050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B021C-F661-4722-A8C5-B511F0AE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32477-E57E-43BD-A58D-E512C62A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ax/az 与 gy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42D7D-5EDB-4FC5-9151-021D9891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A6637-D78B-439D-9170-D8AE6DF5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588EB-17AE-4B9D-9D48-C2B4E774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81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互补滤波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C4C0B-C76B-49BA-9A0D-D4E7F2EF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476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5FCA29-B90F-4C22-8283-4CCC9EAA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00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angle_acc + angle_gyro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9CED3-4FE9-4770-99A6-BB48EFA6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F9AB4-80CD-486F-AD55-2E69D2A8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28A679-69BB-4FF2-A879-67384BC3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81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角度环PID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01A238-EA60-4170-8982-103A0DE3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4E287-9C30-48A3-9D5D-E83B60AC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输出平均PWM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F22DD4-3449-4E58-B247-18B1167D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0002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42C60-1D9D-49BF-8283-8ADF6B30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519BE-2F24-4BC7-B01E-C58317CA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812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TB6612电机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36046-BA14-4BDD-9410-8D2CFA54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03ED0-82C3-4FE4-ADCC-5BCEE2E4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00300"/>
            <a:ext cx="140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驱动左右轮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92CD43-F45C-4FFF-9DB1-DDF93ACE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B9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AFBC0-FD4B-4BAD-8B50-9BDAC185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B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BFE4A-4059-49EF-B198-46D57AE5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E5B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3ACA5A-ABE8-47E1-9766-3151D62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FCDF1E-F3B3-4830-9C14-08647A99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458AFA-2BFF-4395-8D44-24F8E089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767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速度环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8F6E2-066D-400B-8DB6-6A1502F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2FF4FD-9F65-4253-A22A-8C257CAE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编码器读取 left_speed/right_speed，平均速度反馈到目标倾角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8C93A-71D6-4253-8A8E-4B4AFF64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3429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3A0E67-5AE3-4BF8-839B-0E080622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76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7F5B33-00B7-4D51-A7F0-D8747545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转向环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139895-DA2C-44A3-901B-8562AD59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CE44F4-8CCE-4DAA-9186-2CFB2CCB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95800"/>
            <a:ext cx="2838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左右轮速度差 dif_speed 产生差分PWM，实现可控转向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19F817-5E6A-45F7-9F33-B0CA20FF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TIM4每1ms产生节拍；角度环10ms执行，速度/转向环50ms执行。</a:t>
            </a:r>
          </a:p>
        </p:txBody>
      </p:sp>
    </p:spTree>
    <p:extLst>
      <p:ext uri="{BB962C8B-B14F-4D97-AF65-F5344CB8AC3E}">
        <p14:creationId xmlns:p14="http://schemas.microsoft.com/office/powerpoint/2010/main" val="1344020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5A315-1162-46FE-BFB7-C945EEF7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温湿度与压力显示模块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F0344-5EE1-4E00-BC3D-3197FE7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把传感器测量结果变成可观察、可校准的数据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A2665-C1D4-4B9C-BBCD-023310E3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DBFEF-A6A8-4A1A-9AFE-C6081EC6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15508-DA95-409C-8CE3-DAF79F88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31F79-1402-4AB2-9FC9-528BF280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DHT11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BF57A-8C4A-4374-9250-B7CB6D7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0F786-C894-40AE-A0D5-3AC3856E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PC14 单总线通信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7224A-77F7-4DEA-BF0B-B510FCAE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FB7BB-A7BE-4AE2-9722-2AC23345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384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约2秒采样一次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5B1544-605F-4073-9081-E8EA210C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F6C0A-429D-4D49-9C8E-95D3E9C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输出 temperature_c 与 humidity_percent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25CED-2131-472B-B536-7EC989FB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CD5C5-56C4-4196-BC35-BB5C6888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BD1D9-7C1F-4DC1-BBBF-7B78B4DD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907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FSR402 + RFP602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F2700-DFFB-4A1A-BA62-2799CD0F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079513-C12D-430C-9BBD-AF197360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PA2 / ADC1_IN2 采样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0EF29-6578-4288-BA0E-F3EE0980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2CFFE-4A5F-4818-B8A0-2F698A1B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384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输出 fsr_adc_raw 与 fsr_voltage_mv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9397C-248F-4A87-BCAE-C4E69965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218"/>
          </a:solidFill>
          <a:ln xmlns:a="http://schemas.openxmlformats.org/drawingml/2006/main" w="0">
            <a:solidFill>
              <a:srgbClr val="C982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BA65F7-A38B-40B6-AF6B-3D2D6231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通过零点与系数估算 weight_g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1C76B-C010-4D90-BFDE-335F0357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3048000" cy="31432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A3A198-48D8-4862-A743-5EC36736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192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5F7A5A-BFAC-4219-B84E-50DC8F35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OLED显示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7E8CD4-B3E4-4B56-8D49-98654C18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23FCA-78E6-426B-BD48-0ECF8A2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0980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SSD1306 I2C地址 0x3C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23968-D748-491A-B4D6-2D72FF13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FA44F9-701E-4EFA-B7D1-CFF135E9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38425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PB10/PB11 使用 I2C2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59618-D0A2-4F6C-A72A-84708D10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730BBC-227B-480B-A647-C5278F1F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2457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显示 Temp、Humi、Weight、ADC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7A1666-788C-451A-ADAC-BFF85D5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重量估算公式：weight_g = max(0, (fsr_adc_raw - fsr_zero_adc) × fsr_g_per_count)</a:t>
            </a:r>
          </a:p>
        </p:txBody>
      </p:sp>
    </p:spTree>
    <p:extLst>
      <p:ext uri="{BB962C8B-B14F-4D97-AF65-F5344CB8AC3E}">
        <p14:creationId xmlns:p14="http://schemas.microsoft.com/office/powerpoint/2010/main" val="15610786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B18EB-B8D2-4615-B1A3-CE9228B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调试验证与当前结果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D448B-9846-46F6-8E2C-576423EB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Ozone变量让每条测量链路可观察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E5867-42B1-475B-BDF6-ABEB326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F0A8D-5149-4B4D-B15B-92B5C837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333750" cy="3524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E3E2C-32B3-43EA-B5D3-45BEA6E9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A5BC9-6B8A-442E-9B41-3B0288E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430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传感器状态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B9BF45-3FD5-4CB6-A791-A37649B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38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42C3EC-5D1C-480D-811C-A45109D9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621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temperature_c 约 30°C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9957A-FBA4-40DA-8B4A-277FF5F5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67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C7AE6-97F7-40F6-B7CD-3381806D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90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humidity_percent 约 31%~32%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08A60C-6960-4033-8022-C0753866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95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5267F-DD6B-4EF2-B333-CE0F39AD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1942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fsr_voltage_mv 接近 3.3V时说明压力链路有效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CE96B-6468-447F-9F4A-5B59AFB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24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C6438-1230-4C0A-AD13-473175DE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480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dht_valid / fsr_valid 为 1 表示读取成功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B6BE5-04E1-43B7-B613-9C609F23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3333750" cy="3524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C1DF0-BE45-4CA6-AEDA-971FB4AE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71625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9F667-6DB6-4B7A-A699-605E179E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430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OLED排查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39F74-03B1-436A-BBE5-6A3A5B40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38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9CFC5-FDEE-429E-AAE9-D983A221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621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oled_ready = 1 表示初始化成功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3F9A5-9A28-4C6B-A42A-D82DD9220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51EF0-B4FA-49CE-AE08-AF27E456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90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oled_addr_7bit = 0x3C 表示地址探测成功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6D42C-5E42-4872-AC95-3FED84F8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95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A6F397-2DD1-421D-9074-D0460BEA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1942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oled_fail_step = 0 表示无失败步骤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0F9A1-6629-4FFB-91A4-F6527F62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24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A8C8"/>
          </a:solidFill>
          <a:ln xmlns:a="http://schemas.openxmlformats.org/drawingml/2006/main" w="0">
            <a:solidFill>
              <a:srgbClr val="2AA8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ED9DA2-A931-45C7-9BE1-FD2C7342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4480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sensor_fault_flags = 0 表示显示与传感器无故障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1083FC-473E-4C94-A108-0B9A0BBE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333750" cy="35242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7F12B-1FFE-43BD-A779-2A8DB8D0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76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B23B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3C0E6-E7B0-4F3B-AA1F-D139B922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43075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平衡安全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D223D-015E-41FB-8D84-225B3955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383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B23B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31472E-805F-4EFA-B241-51266CCD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run_enable 默认 0，避免上电误动作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67728C-03D2-4CBC-ADA7-C6835F31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B23B3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94B600-599A-49C5-9A97-F5CF002E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908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fall_angle_limit 超限自动停机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CE9FC4-A42E-4EA0-B139-FE13E480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95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B23B3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D3B7FF-D532-491D-97D7-29BFBEDD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19425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PWM输出限幅 -100~100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35969A-E91C-421D-86E2-0B8C39D3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24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23B3B"/>
          </a:solidFill>
          <a:ln xmlns:a="http://schemas.openxmlformats.org/drawingml/2006/main" w="0">
            <a:solidFill>
              <a:srgbClr val="B23B3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94D3E-4ED2-45A4-A441-7A9EFB5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4805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调参先架空，再落地测试</a:t>
            </a:r>
          </a:p>
        </p:txBody>
      </p:sp>
    </p:spTree>
    <p:extLst>
      <p:ext uri="{BB962C8B-B14F-4D97-AF65-F5344CB8AC3E}">
        <p14:creationId xmlns:p14="http://schemas.microsoft.com/office/powerpoint/2010/main" val="14599840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EC33D-08FA-400B-B653-EFB9F4E6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总结与展望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CDB66-FD22-4E6B-BA02-A9D6BEB8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5"/>
                </a:solidFill>
              </a:defRPr>
            </a:pPr>
            <a:r>
              <a:rPr sz="1350" b="0">
                <a:solidFill>
                  <a:srgbClr val="5A6475"/>
                </a:solidFill>
              </a:rPr>
              <a:t>完成多传感器测量、闭环控制和现场显示的综合实践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DBF0F-8F7F-4C37-B22A-D4A12C42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AE8F3-0448-4D0C-882D-69A99E2D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0C490-8265-47F8-A6B2-E2442E0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3ADD8-4683-46BA-9143-4B7F27FD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项目完成度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1E6A7-CB7C-4D2E-B659-5E78CFA8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6D8B0-89B9-48C9-8B87-A831C197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实现姿态、速度、温湿度、压力等多类数据采集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C9300-8CCD-4D5D-BDB4-EFDB899C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1A924-84B2-4734-8F6B-9EA9C319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384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完成自平衡车控制框架与PID调试入口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BA671-738D-4D32-96A1-793848FC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042F16-E812-4B1D-ACB7-97F64AA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完成OLED现场显示和Ozone变量观测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233ED-1D0B-41F6-9F71-D2F4D263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71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9A"/>
          </a:solidFill>
          <a:ln xmlns:a="http://schemas.openxmlformats.org/drawingml/2006/main" w="0">
            <a:solidFill>
              <a:srgbClr val="1E5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93D26-B261-44E3-BB6C-71D5B0E0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9567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形成可扩展的模块化嵌入式工程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DE37E-8F93-4726-B292-E64567A5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B0CC2-A330-4D97-8A53-FBB9BABF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EEC051-C866-45BD-A8CD-7B42427D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后续优化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FB404-E7A0-43E5-9D8F-0EB83DCF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86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2B124-B58A-4F7B-8948-1F5AB6CE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0980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继续整定角度环、速度环和转向环参数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A2346-80D5-4E16-960A-8B0748D2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8F81F-AE12-4145-9A01-4B09B21D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3842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对FSR402进行多点标定或更换HX711称重方案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D3656-4DB6-4BAD-A88E-2613028A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43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083D21-F013-47F4-BD88-DA79C7EC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6705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加入蓝牙/串口上传与电池电压检测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6FDBB-88E3-45B3-9CB1-40D3DA3F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4C8F8-5A23-4B66-B248-516A0EA9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95675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475"/>
                </a:solidFill>
              </a:defRPr>
            </a:pPr>
            <a:r>
              <a:rPr sz="1200" b="0">
                <a:solidFill>
                  <a:srgbClr val="5A6475"/>
                </a:solidFill>
              </a:rPr>
              <a:t>扩展循迹功能，实现平衡状态下路线跟随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81F59D-0497-4FA2-9A07-46044A7A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2032727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2026-06-22T13:59:11.3700000Z</dcterms:created>
  <dcterms:modified xsi:type="dcterms:W3CDTF">2026-06-22T13:59:11.3700000Z</dcterms:modified>
</coreProperties>
</file>